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CYBERSPY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·  PRESERVE  ·  REPORT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mobile hack detection, distributed evidence preservation,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direct cyber authority reporting — all in one app.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Pitch Deck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police act,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hacker is already gone.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06040" cy="25603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2606040" cy="45720"/>
          </a:xfrm>
          <a:prstGeom prst="rect">
            <a:avLst/>
          </a:prstGeom>
          <a:solidFill>
            <a:srgbClr val="FF336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for cyber cell to take meaningful action in India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06040" cy="25603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920240"/>
            <a:ext cx="26060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72hrs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91840" y="2788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108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evidence window before server logs are deleted forever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2606040" cy="25603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920240"/>
            <a:ext cx="2606040" cy="45720"/>
          </a:xfrm>
          <a:prstGeom prst="rect">
            <a:avLst/>
          </a:prstGeom>
          <a:solidFill>
            <a:srgbClr val="7B2FFF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126480" y="2788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108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unresolved due to wiped evidence and jurisdiction delays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Gaps That Let Hackers Escape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160520" cy="13716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64008" cy="1371600"/>
          </a:xfrm>
          <a:prstGeom prst="rect">
            <a:avLst/>
          </a:prstGeom>
          <a:solidFill>
            <a:srgbClr val="FF3366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Reporting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take days to realize they're hacked. Then more days filing forms at police stations.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4160520" cy="13716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828800"/>
            <a:ext cx="64008" cy="13716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Wiped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remotely wipes the phone. All logs, network data, and proof gone before police arrive.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4160520" cy="13716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83280"/>
            <a:ext cx="64008" cy="1371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Delays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police → State cyber cell → CERT-In. Each hop adds days of bureaucratic delay.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383280"/>
            <a:ext cx="4160520" cy="13716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383280"/>
            <a:ext cx="64008" cy="1371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Bridge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digital channel from victim to cyber authority. Everything is paper-based or manual.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4864"/>
            <a:ext cx="9144000" cy="5088636"/>
          </a:xfrm>
          <a:prstGeom prst="rect">
            <a:avLst/>
          </a:prstGeom>
          <a:solidFill>
            <a:srgbClr val="0A0E1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-914400" y="914400"/>
            <a:ext cx="5486400" cy="54864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-457200"/>
            <a:ext cx="4572000" cy="4572000"/>
          </a:xfrm>
          <a:prstGeom prst="ellipse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CyberSpy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371600" y="15087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Android app that continuously monitors your device,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evidence across hidden locations, and sends a complete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AI-analyzed forensic report directly to cyber authorities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with one tap.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2331720" cy="1371600"/>
          </a:xfrm>
          <a:prstGeom prst="rect">
            <a:avLst/>
          </a:prstGeom>
          <a:solidFill>
            <a:srgbClr val="00FF88">
              <a:alpha val="12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474720"/>
            <a:ext cx="233172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023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 all system, network &amp; app logs 24/7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474720"/>
            <a:ext cx="233172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474720"/>
            <a:ext cx="23317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29000" y="4023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encrypted evidence across device storage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3474720"/>
            <a:ext cx="2331720" cy="1371600"/>
          </a:xfrm>
          <a:prstGeom prst="rect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474720"/>
            <a:ext cx="2331720" cy="457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5040" y="4023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sends AI report directly to Cyber Cell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Autonomous Process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57200" cy="457200"/>
          </a:xfrm>
          <a:prstGeom prst="ellipse">
            <a:avLst/>
          </a:prstGeom>
          <a:solidFill>
            <a:srgbClr val="00FF88">
              <a:alpha val="85000"/>
            </a:srgbClr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0" cy="219456"/>
          </a:xfrm>
          <a:prstGeom prst="line">
            <a:avLst/>
          </a:prstGeom>
          <a:noFill/>
          <a:ln w="12700">
            <a:solidFill>
              <a:srgbClr val="00FF8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60120" y="1472184"/>
            <a:ext cx="7818120" cy="530352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527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527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background service logs all network traffic, app activity, system calls &amp; anomalies in real-time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85416"/>
            <a:ext cx="457200" cy="457200"/>
          </a:xfrm>
          <a:prstGeom prst="ellipse">
            <a:avLst/>
          </a:prstGeom>
          <a:solidFill>
            <a:srgbClr val="00D4FF">
              <a:alpha val="8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642616"/>
            <a:ext cx="0" cy="219456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60120" y="2148840"/>
            <a:ext cx="7818120" cy="530352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2037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split into encrypted fragments stored across 20+ hidden locations in device memory — hacker can't find or wipe 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62072"/>
            <a:ext cx="457200" cy="457200"/>
          </a:xfrm>
          <a:prstGeom prst="ellipse">
            <a:avLst/>
          </a:prstGeom>
          <a:solidFill>
            <a:srgbClr val="7B2FFF">
              <a:alpha val="85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319272"/>
            <a:ext cx="0" cy="219456"/>
          </a:xfrm>
          <a:prstGeom prst="line">
            <a:avLst/>
          </a:prstGeom>
          <a:noFill/>
          <a:ln w="12700">
            <a:solidFill>
              <a:srgbClr val="7B2FF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60120" y="2825496"/>
            <a:ext cx="7818120" cy="530352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flags suspicious patterns: unknown IPs, data exfiltration, mic/camera misuse, root exploits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38728"/>
            <a:ext cx="457200" cy="457200"/>
          </a:xfrm>
          <a:prstGeom prst="ellipse">
            <a:avLst/>
          </a:prstGeom>
          <a:solidFill>
            <a:srgbClr val="FF3366">
              <a:alpha val="85000"/>
            </a:srgbClr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995928"/>
            <a:ext cx="0" cy="219456"/>
          </a:xfrm>
          <a:prstGeom prst="line">
            <a:avLst/>
          </a:prstGeom>
          <a:noFill/>
          <a:ln w="12700">
            <a:solidFill>
              <a:srgbClr val="FF336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60120" y="3502152"/>
            <a:ext cx="7818120" cy="530352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430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5570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presses CyberSpy button. App reassembles fragments, creates timestamped forensic package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15384"/>
            <a:ext cx="457200" cy="457200"/>
          </a:xfrm>
          <a:prstGeom prst="ellipse">
            <a:avLst/>
          </a:prstGeom>
          <a:solidFill>
            <a:srgbClr val="FFB800">
              <a:alpha val="85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" y="4178808"/>
            <a:ext cx="7818120" cy="530352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4300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+ Direct Dispatch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plain-English report highlighting key evidence. Sent directly to cyber authority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Evidence Architecture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innovation that makes evidence destruction impossible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3931920" cy="301752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Distributed Storage Works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377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logs are AES-256 encrypted immediately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770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into 20-50 micro-shards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163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 hidden in obscure system directories, media metadata, app cache folders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5570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shard is meaningless alone — only CyberSpy knows the reassembly key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950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hacker deletes 90% of shards, remaining 10% can reconstruct evidence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Forensically timestamped — admissible in court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926080"/>
            <a:ext cx="731520" cy="731520"/>
          </a:xfrm>
          <a:prstGeom prst="ellipse">
            <a:avLst/>
          </a:prstGeom>
          <a:solidFill>
            <a:srgbClr val="00D4FF">
              <a:alpha val="8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3291840"/>
            <a:ext cx="-1554480" cy="-1097280"/>
          </a:xfrm>
          <a:prstGeom prst="line">
            <a:avLst/>
          </a:prstGeom>
          <a:noFill/>
          <a:ln w="12700">
            <a:solidFill>
              <a:srgbClr val="7B2FFF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4709160" y="1965960"/>
            <a:ext cx="640080" cy="457200"/>
          </a:xfrm>
          <a:prstGeom prst="ellipse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0" y="3291840"/>
            <a:ext cx="0" cy="-1371600"/>
          </a:xfrm>
          <a:prstGeom prst="line">
            <a:avLst/>
          </a:prstGeom>
          <a:noFill/>
          <a:ln w="12700">
            <a:solidFill>
              <a:srgbClr val="7B2FFF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6263640" y="1691640"/>
            <a:ext cx="640080" cy="457200"/>
          </a:xfrm>
          <a:prstGeom prst="ellipse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0" y="3291840"/>
            <a:ext cx="1554480" cy="-1097280"/>
          </a:xfrm>
          <a:prstGeom prst="line">
            <a:avLst/>
          </a:prstGeom>
          <a:noFill/>
          <a:ln w="12700">
            <a:solidFill>
              <a:srgbClr val="7B2FFF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7818120" y="1965960"/>
            <a:ext cx="640080" cy="457200"/>
          </a:xfrm>
          <a:prstGeom prst="ellipse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83680" y="3291840"/>
            <a:ext cx="-1554480" cy="1097280"/>
          </a:xfrm>
          <a:prstGeom prst="line">
            <a:avLst/>
          </a:prstGeom>
          <a:noFill/>
          <a:ln w="12700">
            <a:solidFill>
              <a:srgbClr val="7B2FFF"/>
            </a:solidFill>
            <a:prstDash val="sysDash"/>
          </a:ln>
        </p:spPr>
      </p:sp>
      <p:sp>
        <p:nvSpPr>
          <p:cNvPr id="37" name="Shape 35"/>
          <p:cNvSpPr/>
          <p:nvPr/>
        </p:nvSpPr>
        <p:spPr>
          <a:xfrm>
            <a:off x="4709160" y="4160520"/>
            <a:ext cx="640080" cy="457200"/>
          </a:xfrm>
          <a:prstGeom prst="ellipse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0" y="3291840"/>
            <a:ext cx="0" cy="1371600"/>
          </a:xfrm>
          <a:prstGeom prst="line">
            <a:avLst/>
          </a:prstGeom>
          <a:noFill/>
          <a:ln w="12700">
            <a:solidFill>
              <a:srgbClr val="7B2FFF"/>
            </a:solidFill>
            <a:prstDash val="sysDash"/>
          </a:ln>
        </p:spPr>
      </p:sp>
      <p:sp>
        <p:nvSpPr>
          <p:cNvPr id="40" name="Shape 38"/>
          <p:cNvSpPr/>
          <p:nvPr/>
        </p:nvSpPr>
        <p:spPr>
          <a:xfrm>
            <a:off x="6263640" y="4434840"/>
            <a:ext cx="640080" cy="457200"/>
          </a:xfrm>
          <a:prstGeom prst="ellipse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4434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0" y="3291840"/>
            <a:ext cx="1554480" cy="1097280"/>
          </a:xfrm>
          <a:prstGeom prst="line">
            <a:avLst/>
          </a:prstGeom>
          <a:noFill/>
          <a:ln w="12700">
            <a:solidFill>
              <a:srgbClr val="7B2FFF"/>
            </a:solidFill>
            <a:prstDash val="sysDash"/>
          </a:ln>
        </p:spPr>
      </p:sp>
      <p:sp>
        <p:nvSpPr>
          <p:cNvPr id="43" name="Shape 41"/>
          <p:cNvSpPr/>
          <p:nvPr/>
        </p:nvSpPr>
        <p:spPr>
          <a:xfrm>
            <a:off x="7818120" y="4160520"/>
            <a:ext cx="640080" cy="457200"/>
          </a:xfrm>
          <a:prstGeom prst="ellipse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Logs to Actionable Intelligence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737360" cy="1005840"/>
          </a:xfrm>
          <a:prstGeom prst="rect">
            <a:avLst/>
          </a:prstGeom>
          <a:solidFill>
            <a:srgbClr val="5A6A7E">
              <a:alpha val="30000"/>
            </a:srgbClr>
          </a:solidFill>
          <a:ln w="19050">
            <a:solidFill>
              <a:srgbClr val="5A6A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Fragments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2057400"/>
            <a:ext cx="3657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554480"/>
            <a:ext cx="1737360" cy="1005840"/>
          </a:xfrm>
          <a:prstGeom prst="rect">
            <a:avLst/>
          </a:prstGeom>
          <a:solidFill>
            <a:srgbClr val="7B2FFF">
              <a:alpha val="80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057400"/>
            <a:ext cx="3657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54480"/>
            <a:ext cx="1737360" cy="100584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2057400"/>
            <a:ext cx="3657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554480"/>
            <a:ext cx="1737360" cy="1005840"/>
          </a:xfrm>
          <a:prstGeom prst="rect">
            <a:avLst/>
          </a:prstGeom>
          <a:solidFill>
            <a:srgbClr val="00FF88">
              <a:alpha val="80000"/>
            </a:srgbClr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Cell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201168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AI REPORT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LEVEL:  </a:t>
            </a:r>
            <a:pPr indent="0" marL="0">
              <a:buNone/>
            </a:pPr>
            <a:r>
              <a:rPr lang="en-US" sz="1000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Spyware detected with C&amp;C server communication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IP:  </a:t>
            </a:r>
            <a:pPr indent="0" marL="0">
              <a:buNone/>
            </a:pPr>
            <a:r>
              <a:rPr lang="en-US" sz="10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185.220.101.47 (Tor Exit Node, Netherlands) — contacted 47 times in 6 hours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953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EXFILTRATED:  </a:t>
            </a:r>
            <a:pPr indent="0" marL="0">
              <a:buNone/>
            </a:pPr>
            <a:r>
              <a:rPr lang="en-US" sz="1000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~2.3MB sent to unknown server between 02:14–02:31 AM while screen was off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97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APP:  </a:t>
            </a:r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com.system.update.service (disguised as system app, installed 3 days ago)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STATUS:  </a:t>
            </a:r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log fragments recovered. Forensic hash verified. Ready for court submission.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06040" cy="3200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260604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06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WorkManager (background)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 (local encrypted storage)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VPN API (traffic capture)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684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(on-device AI)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737360"/>
            <a:ext cx="2606040" cy="3200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73736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(report server)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706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Claude API (log analysis)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1272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547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(async report generation)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9684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TLS encryption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737360"/>
            <a:ext cx="2606040" cy="3200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737360"/>
            <a:ext cx="260604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Integration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→ State Cyber Cell portals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7066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cybercrime.gov.in webhook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1272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(report integrity)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547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(immutable evidence hash)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9684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for authority access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push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&amp; Underserved Market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65760" y="1737360"/>
            <a:ext cx="4160520" cy="14630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737360"/>
            <a:ext cx="4160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800M+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4864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Smartphone Users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 in India alone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737360"/>
            <a:ext cx="4160520" cy="14630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737360"/>
            <a:ext cx="4160520" cy="54864"/>
          </a:xfrm>
          <a:prstGeom prst="rect">
            <a:avLst/>
          </a:prstGeom>
          <a:solidFill>
            <a:srgbClr val="FF3366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1.5M+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498348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Cases (India)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annually, growing 30% YoY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383280"/>
            <a:ext cx="4160520" cy="14630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383280"/>
            <a:ext cx="416052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$8T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54864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Cybercrime Cost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damage in 2024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383280"/>
            <a:ext cx="4160520" cy="146304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383280"/>
            <a:ext cx="416052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$2.4B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498348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Addressable Market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4480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cybersecurity apps globally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3200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hack detection alerts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186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log retention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941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 generation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169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645920"/>
            <a:ext cx="2560320" cy="3200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45920"/>
            <a:ext cx="25603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₹199/mo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distributed evidence vault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2186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threat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6941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cyber cell reporting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4169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+ dedicated officer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6451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log retention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645920"/>
            <a:ext cx="2560320" cy="320040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09360" y="27432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corporates &amp; banks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2186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device management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6941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model 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4169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for police depts.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46451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dedicated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Execution Plan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229600" cy="7315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075688"/>
            <a:ext cx="219456" cy="21945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0" cy="365760"/>
          </a:xfrm>
          <a:prstGeom prst="line">
            <a:avLst/>
          </a:prstGeom>
          <a:noFill/>
          <a:ln w="19050">
            <a:solidFill>
              <a:srgbClr val="00D4F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-914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-274320" y="2697480"/>
            <a:ext cx="1554480" cy="21945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-274320" y="2697480"/>
            <a:ext cx="15544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-22860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-22860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prototype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-22860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collection 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-22860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 module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-22860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alpha testing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33472" y="2075688"/>
            <a:ext cx="219456" cy="219456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2286000"/>
            <a:ext cx="0" cy="365760"/>
          </a:xfrm>
          <a:prstGeom prst="line">
            <a:avLst/>
          </a:prstGeom>
          <a:noFill/>
          <a:ln w="19050">
            <a:solidFill>
              <a:srgbClr val="7B2FF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1945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2697480"/>
            <a:ext cx="1554480" cy="21945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0" y="2697480"/>
            <a:ext cx="155448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generation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5740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with 500 users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5740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cell API integration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19472" y="2075688"/>
            <a:ext cx="219456" cy="21945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286000"/>
            <a:ext cx="0" cy="365760"/>
          </a:xfrm>
          <a:prstGeom prst="line">
            <a:avLst/>
          </a:prstGeom>
          <a:noFill/>
          <a:ln w="19050">
            <a:solidFill>
              <a:srgbClr val="00FF8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4805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2697480"/>
            <a:ext cx="1554480" cy="21945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2697480"/>
            <a:ext cx="155448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on Play Store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portal integration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users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fundraise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05472" y="2075688"/>
            <a:ext cx="219456" cy="21945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2286000"/>
            <a:ext cx="0" cy="365760"/>
          </a:xfrm>
          <a:prstGeom prst="line">
            <a:avLst/>
          </a:prstGeom>
          <a:noFill/>
          <a:ln w="19050">
            <a:solidFill>
              <a:srgbClr val="FFB80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7665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2697480"/>
            <a:ext cx="1554480" cy="21945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83680" y="2697480"/>
            <a:ext cx="155448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2940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2940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police dept. onboard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version begin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users target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457200"/>
            <a:ext cx="5486400" cy="5486400"/>
          </a:xfrm>
          <a:prstGeom prst="ellipse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13258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Crore Seed Round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1097280" y="2423160"/>
            <a:ext cx="3566160" cy="91440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24688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33172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AI Development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0" y="2423160"/>
            <a:ext cx="3566160" cy="914400"/>
          </a:xfrm>
          <a:prstGeom prst="rect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4688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4652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Police Partnerships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7280" y="3520440"/>
            <a:ext cx="3566160" cy="914400"/>
          </a:xfrm>
          <a:prstGeom prst="rect">
            <a:avLst/>
          </a:prstGeom>
          <a:solidFill>
            <a:srgbClr val="00FF88">
              <a:alpha val="1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35661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33172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User Acquisition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12080" y="3520440"/>
            <a:ext cx="3566160" cy="914400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5661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44652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 &amp; Security Audits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let's close the window hackers exploit.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CyberSpy - Startup Pitch Deck</dc:title>
  <dc:subject>PptxGenJS Presentation</dc:subject>
  <dc:creator>PptxGenJS</dc:creator>
  <cp:lastModifiedBy>PptxGenJS</cp:lastModifiedBy>
  <cp:revision>1</cp:revision>
  <dcterms:created xsi:type="dcterms:W3CDTF">2026-03-04T05:14:11Z</dcterms:created>
  <dcterms:modified xsi:type="dcterms:W3CDTF">2026-03-04T05:14:11Z</dcterms:modified>
</cp:coreProperties>
</file>